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875520" y="0"/>
            <a:ext cx="2377440" cy="2560320"/>
          </a:xfrm>
          <a:prstGeom prst="rtTriangle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Paper Reading Report · 114-2 Information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PEFA: Parameter-Free Adapters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for Large-scale Embedding-based Retrieval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0504D"/>
                </a:solidFill>
                <a:latin typeface="Calibri"/>
              </a:rPr>
              <a:t>Authors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Wei-Cheng Chang, Jyun-Yu Jiang, Jiong Zhang, Mutasem Al-Darabsah, Choon Hui Teo, Cho-Jui Hsieh, Hsiang-Fu Yu, S. V. N. Vishwanathan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0504D"/>
                </a:solidFill>
                <a:latin typeface="Calibri"/>
              </a:rPr>
              <a:t>Affiliation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0740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Amazon  ·  UCLA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0504D"/>
                </a:solidFill>
                <a:latin typeface="Calibri"/>
              </a:rPr>
              <a:t>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WSDM '24 · Mérida, Mexico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8006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0504D"/>
                </a:solidFill>
                <a:latin typeface="Calibri"/>
              </a:rPr>
              <a:t>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074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arXiv:2312.02429v2  ·  github.com/amzn/pecos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Presenter: 314581027 劉怡妏    |    Date: 2026-05-19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Roadmap of this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532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914400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914400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00200"/>
            <a:ext cx="4434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29968"/>
            <a:ext cx="4434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Why full-parameter fine-tuning is too expensive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532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914400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463040"/>
            <a:ext cx="914400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600200"/>
            <a:ext cx="4434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Preliminaries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029968"/>
            <a:ext cx="4434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Dense retrieval, ERMs, MIPS &amp; ANN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5532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743200"/>
            <a:ext cx="914400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914400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880360"/>
            <a:ext cx="4434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PEFA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310128"/>
            <a:ext cx="4434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Convex combination of ERM + non-parametric kNN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743200"/>
            <a:ext cx="5532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743200"/>
            <a:ext cx="914400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743200"/>
            <a:ext cx="914400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880360"/>
            <a:ext cx="4434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PEFA-XL &amp; PEFA-XS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310128"/>
            <a:ext cx="4434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Two realizations with different trade-offs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23360"/>
            <a:ext cx="5532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023360"/>
            <a:ext cx="914400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23360"/>
            <a:ext cx="914400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160520"/>
            <a:ext cx="4434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Complexity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590288"/>
            <a:ext cx="4434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Index size, build time, inference latency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023360"/>
            <a:ext cx="5532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4023360"/>
            <a:ext cx="914400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4023360"/>
            <a:ext cx="914400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160520"/>
            <a:ext cx="4434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Document Retrieval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590288"/>
            <a:ext cx="4434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Experiments on NQ-320K &amp; Trivia-QA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303520"/>
            <a:ext cx="5532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303520"/>
            <a:ext cx="914400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303520"/>
            <a:ext cx="914400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5440680"/>
            <a:ext cx="4434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Product 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5870448"/>
            <a:ext cx="4434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Billion-scale industrial deployment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5303520"/>
            <a:ext cx="5532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5303520"/>
            <a:ext cx="914400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5303520"/>
            <a:ext cx="914400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5440680"/>
            <a:ext cx="4434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Ablation &amp; Discussion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5870448"/>
            <a:ext cx="4434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Hyper-parameters, related work, takeaways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 ·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Fine-tuning ERMs at industry scale is painful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Pain points of full-parameter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7607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Multi-stage pipeline — pre-train → 1st-stage FT (random/BM25 neg) → 2nd-stage FT (hard neg) → 3rd-stage distillation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Compute cost — billions of (query, product) pairs → thousands of GPU hours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Gradient access required — not feasible for black-box LLMs (GPT-3, etc.)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Tail queries &amp; labels — even SoTA bi-encoders struggle on long-tail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5212080" cy="4663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0504D"/>
                </a:solidFill>
                <a:latin typeface="Calibri"/>
              </a:rPr>
              <a:t>PEFA's promise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920240"/>
            <a:ext cx="484632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99339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95959"/>
                </a:solidFill>
                <a:latin typeface="Calibri"/>
              </a:rPr>
              <a:t>Traditional fine-tuning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331720"/>
            <a:ext cx="4572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Backward pass + gradient updates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GPU clusters, days to weeks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Tied to white-box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794760"/>
            <a:ext cx="48463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86791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0504D"/>
                </a:solidFill>
                <a:latin typeface="Calibri"/>
              </a:rPr>
              <a:t>PEFA (this paper)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206240"/>
            <a:ext cx="457200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No backward pass · no gradient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CPU-side ANN index build (hours, not days)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Works on pre-trained AND fine-tuned ERMs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Applies to black-box LLM encoders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 · Preliminaries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Dense text retrieval with bi-encoder 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ERM scoring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Cambria Math"/>
              </a:rPr>
              <a:t>f_ERM(q, p; θ) = ⟨ E(q; θ),  E(p; θ) 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E(·; θ) : X → R^d  ·  inner product / cosine similarity assumed (ℓ2-normalized)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48640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07792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12064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Training data: relevant pairs D = {(qᵢ, pᵢ)}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Maximize log p_θ(p | q)  (softmax over corpus)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Partition function is intractable → negative sampling: random, BM25, hard mining, distillation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All stages require gradient back-prop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34640"/>
            <a:ext cx="548640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07792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C0504D"/>
                </a:solidFill>
                <a:latin typeface="Calibri"/>
              </a:rPr>
              <a:t>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512064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Maximum Inner Product Search (MIPS) over corpus P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Exact MIPS is O(n) — infeasible for 100M+ corpora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ANN libraries: HNSW, FAISS, ScaNN — sub-linear O(log n)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Index build is cheap (CPU) vs FT (GPU clusters)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 · PEFA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Convex combination of ERM and non-parametric kNN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5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645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Core scoring function (applied only at inference)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mbria Math"/>
              </a:rPr>
              <a:t>f_PEFA(q̂, p_j) = λ · f_ERM(q̂, p_j)  +  (1 − λ) · f_kNN(q̂, p_j)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λ ∈ [0,1] :  interpolation coefficient.  ERM parameters θ remain unchanged.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370332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370332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Parameter-free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333756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No optimization over ERM weights.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Learning reduces to building an ANN index of key-value pairs.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3291840"/>
            <a:ext cx="370332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3291840"/>
            <a:ext cx="3703320" cy="5029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329184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Black-box friendly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931920"/>
            <a:ext cx="333756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Needs only forward embeddings.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Applies to GPT-3-class LLM encoders with no gradient access.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3024" y="3291840"/>
            <a:ext cx="370332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4E7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4" y="3291840"/>
            <a:ext cx="3703320" cy="502920"/>
          </a:xfrm>
          <a:prstGeom prst="rect">
            <a:avLst/>
          </a:prstGeom>
          <a:solidFill>
            <a:srgbClr val="4E7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329184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Orthogonal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931920"/>
            <a:ext cx="333756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Complementary to pre-training, FT, and parameter-efficient methods (Adapter, LoRA, prefix-tuning).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4a · PEFA-XL  (extra large)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kNN over training queries — query-dependent neighborhood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68580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Find top-k most similar training queries qᵢ ∈ Q to test query q̂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Aggregate the relevant passages of those neighbors (Y_{i,j})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Diagonal gate D_{i,i} = 1 if i ∈ NN(q̂, Q; k); else 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66160"/>
            <a:ext cx="685800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39312"/>
            <a:ext cx="6583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0504D"/>
                </a:solidFill>
                <a:latin typeface="Calibri"/>
              </a:rPr>
              <a:t>PEFA-XL scoring (Eq. 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0208"/>
            <a:ext cx="65836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Cambria Math"/>
              </a:rPr>
              <a:t>f_XL(q̂, p_j) = λ⟨q̂, p_j⟩ + (1−λ) · Σ_{i ∈ NN(q̂,Q;k)} ⟨q̂, qᵢ⟩ · Y_{i,j}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40680"/>
            <a:ext cx="6858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D_{i,i} = 1/k so that f_kNN stays bounded by 1, calibrated against f_ERM (cosine in [−1, 1]).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280160"/>
            <a:ext cx="438912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32588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C0504D"/>
                </a:solidFill>
                <a:latin typeface="Calibri"/>
              </a:rPr>
              <a:t>Figure 1 of the paper · PEFA-XL</a:t>
            </a:r>
          </a:p>
        </p:txBody>
      </p:sp>
      <p:pic>
        <p:nvPicPr>
          <p:cNvPr id="16" name="Picture 15" descr="figure1.png"/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7680960" y="1691640"/>
            <a:ext cx="4206240" cy="4206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80960" y="594360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C0504D"/>
                </a:solidFill>
                <a:latin typeface="Calibri"/>
              </a:rPr>
              <a:t>Two ANN indices · TWO ANN searches at inference.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4b · PEFA-XS  (extra small)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Query-independent kNN — fold into a single ANN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68580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Replace NN(q̂, Q; k) with I(p_j, Y) — queries relevant to passage p_j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Neighborhood is now independent of test query q̂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→ interpolation can be pre-computed OFFLINE in embedding 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66160"/>
            <a:ext cx="685800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39312"/>
            <a:ext cx="6583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0504D"/>
                </a:solidFill>
                <a:latin typeface="Calibri"/>
              </a:rPr>
              <a:t>PEFA-XS scoring (Eq. 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65836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Cambria Math"/>
              </a:rPr>
              <a:t>f_XS(q̂, p_j) = ⟨ q̂,  λ · p_j + (1−λ) · Π(Q^T Y_{:,j}) 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6583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Π(·) is ℓ2-normalization onto the unit sphere.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03520"/>
            <a:ext cx="109728" cy="109728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303520"/>
            <a:ext cx="6748272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376672"/>
            <a:ext cx="6537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0504D"/>
                </a:solidFill>
                <a:latin typeface="Calibri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760720"/>
            <a:ext cx="65379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The interpolated passage embedding is built ONCE at offline indexing — inference cost is identical to the original ERM. Zero deployment overhead.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280160"/>
            <a:ext cx="438912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32588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Figure 2 of the paper · PEFA-XS</a:t>
            </a:r>
          </a:p>
        </p:txBody>
      </p:sp>
      <p:pic>
        <p:nvPicPr>
          <p:cNvPr id="19" name="Picture 18" descr="figure1.pn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7680960" y="1691640"/>
            <a:ext cx="4206240" cy="4206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80960" y="594360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Single ANN index · ONE ANN search · zero extra latency.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 · Complexity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Time &amp; space at inference, using HNSW as the ANN backbone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8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5029200"/>
                <a:gridCol w="23774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Build time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Index size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Inference time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ERM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O(n log 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O(nd + |E_P|)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O(log 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PEFA-XS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O(n log n)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O(nd + |E_P|)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O(log n)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PEFA-XL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O(n log n + m log m)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O(nd + |E_P| + md + |E_Q| + nnz(Y))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O(log n + log m)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PEFA-XS has the SAME asymptotic cost as the ERM baseline — drop-in.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PEFA-XL adds a second HNSW over the training-query space Q (size m), often comparable to or larger than n in e-commerce.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Storing Y costs only O(nnz(Y)) — sparse, since Y ∈ {0, 1}^{m×n}.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Index building runs on cheap CPU machines — orders of magnitude cheaper than GPU fine-tuning.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6a · Document Retrieval — NQ-320K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ERMs are fine-tuned; PEFA applied on 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9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5943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17320"/>
                <a:gridCol w="1417320"/>
              </a:tblGrid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R@10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R@100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BM-25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32.48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50.54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DSI (base)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56.60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SEAL (large)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81.24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90.93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NCI (base)  — prev. SoTA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85.20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92.42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MPNet_base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80.82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92.39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  + PEFA-XS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86.67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94.53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  + PEFA-XL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88.72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95.13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GTR_base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79.74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90.91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  + PEFA-XS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84.90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93.28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  + PEFA-XL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88.71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94.36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Avg. gain  PEFA-XS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+9.22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+5.28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Avg. gain  PEFA-XL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+11.82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+5.72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0" y="128016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Headline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512064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MPNet + PEFA-XL → 88.72 / 95.13  ⇒ new SoTA, beats NCI (85.20 / 92.42)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GTR + PEFA-XL nearly ties (88.71)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PEFA-XL &gt; PEFA-XS on R@10; both &gt;&gt; baseline ERM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4297680"/>
            <a:ext cx="109728" cy="18288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84848" y="4297680"/>
            <a:ext cx="5010912" cy="1828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4370832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0504D"/>
                </a:solidFill>
                <a:latin typeface="Calibri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754880"/>
            <a:ext cx="480060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Sequence-to-sequence indexers (NCI, DSI, SEAL) need expensive decoder training. PEFA reaches SoTA on dense bi-encoders with no extra training — only an HNSW build.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6b · Trivia-QA  +  Hyper-parameter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Robustness on pre-trained-only ERMs · effect of λ and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Trivia-QA — ERMs are pre-trained only (no FT)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91640"/>
          <a:ext cx="5486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R@20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R@100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NCI (base, FT)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94.45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96.94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Sent-BERT_distill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51.94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68.50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  + PEFA-XS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86.28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93.33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  + PEFA-XL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83.76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91.83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GTR_base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71.75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82.05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  + PEFA-XS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83.81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91.02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  + PEFA-XL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85.30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92.38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Avg. gain  PEFA-XS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+18.67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+13.61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Avg. gain  PEFA-XL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+17.07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+12.80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Ablation on NQ-320K  (R@100)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69164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58368"/>
                <a:gridCol w="658368"/>
                <a:gridCol w="658368"/>
                <a:gridCol w="658368"/>
                <a:gridCol w="65836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ERM / variant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λ=0.1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λ=0.3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λ=0.5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λ=0.7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λ=0.9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GTR  PEFA-XS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92.11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93.07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93.31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92.85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91.74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GTR  PEFA-XL k=16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94.36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93.32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92.81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92.53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91.93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GTR  PEFA-XL k=32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94.32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93.23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92.82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92.44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91.79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GTR  PEFA-XL k=64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93.93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93.14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92.76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92.29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91.62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DPR  PEFA-XS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91.48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92.22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91.71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89.87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87.08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DPR  PEFA-XL k=32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92.07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90.50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89.20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88.62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87.46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09360" y="43891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0504D"/>
                </a:solidFill>
                <a:latin typeface="Calibri"/>
              </a:rPr>
              <a:t>Take-aways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709160"/>
            <a:ext cx="548640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PEFA-XS optimum ≈ λ = 0.3 – 0.5 ; PEFA-XL ≈ λ = 0.1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k = 32 typically saturates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λ = 1 reduces to the original ERM (sanity check)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7a · Product Search — Recall Gains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Three proprietary datasets · numbers = absolute gain over MPNet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11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25880"/>
          <a:ext cx="11521437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1615"/>
                <a:gridCol w="1486637"/>
                <a:gridCol w="1486637"/>
                <a:gridCol w="1486637"/>
                <a:gridCol w="1486637"/>
                <a:gridCol w="1486637"/>
                <a:gridCol w="1486637"/>
              </a:tblGrid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5M R@100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5M R@1000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15M R@100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15M R@1000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30M R@100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30M R@1000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MPNet_base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  + PEFA-XS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11.23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13.14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5.05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11.79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9.67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17.47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  + PEFA-XL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22.83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12.31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23.48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21.56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27.22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18.96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GTR_base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7.85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9.23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6.75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10.33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8.35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9.83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  + PEFA-XS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17.32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19.55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16.83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25.00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18.49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24.38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  + PEFA-XL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27.79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19.23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27.87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28.75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31.71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24.28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E5_base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9.93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9.75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9.98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12.98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12.01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12.61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  + PEFA-XS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19.23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19.18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17.21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27.78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20.11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26.08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  + PEFA-XL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26.83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17.75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30.48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31.07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31.91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25.49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FT-ERM  (full FT)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21.32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20.87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21.74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30.04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18.49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24.11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  + PEFA-XS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23.42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22.17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26.34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34.84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23.79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29.61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  + PEFA-XL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29.32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22.87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36.54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37.24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32.99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30.01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989320"/>
            <a:ext cx="109728" cy="54864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5989320"/>
            <a:ext cx="11411712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062472"/>
            <a:ext cx="11201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0504D"/>
                </a:solidFill>
                <a:latin typeface="Calibri"/>
              </a:rPr>
              <a:t>Highlight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1201400" cy="45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Even on top of a heavily fine-tuned FT-ERM, PEFA-XL adds +32.99 R@100 / +30.01 R@1000 on ProdSearch-30M — without touching ERM weights.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7b · Product Search — Deployment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Index size (GiB) · Build time (hr) · Latency (ms/query, single thread)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12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6858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457325"/>
                <a:gridCol w="1285875"/>
                <a:gridCol w="1200150"/>
                <a:gridCol w="120015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Index disk (GiB)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Build time (hr)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Latency (ms/q)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ProdSearch-5M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FT-ERM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ProdSearch-5M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 PEFA-XS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ProdSearch-5M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 PEFA-XL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32.2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2.15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ProdSearch-15M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FT-ERM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28.6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ProdSearch-15M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 PEFA-XS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28.6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ProdSearch-15M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 PEFA-XL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100.7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1.94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ProdSearch-30M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FT-ERM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51.9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ProdSearch-30M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 PEFA-XS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51.9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ProdSearch-30M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 PEFA-XL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287.7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1.99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32588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PEFA-XS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429768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Same index size as FT-ERM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Latency unchanged (sometimes faster)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Drop-in into production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38328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C0504D"/>
                </a:solidFill>
                <a:latin typeface="Calibri"/>
              </a:rPr>
              <a:t>PEFA-XL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749039"/>
            <a:ext cx="42976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~3.6× index disk vs FT-ERM (30M)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Latency ~2.4× (still &lt; 2 ms/query)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4.7 h CPU build vs hundreds of GPU-hours for FT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Practitioner picks the trade-off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7c · Effect of Supervised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How much of Y do we actually need? (Section 5.4)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Figure 3 · ΔRecall@100 and index size vs. sampling ratio</a:t>
            </a:r>
          </a:p>
        </p:txBody>
      </p:sp>
      <p:pic>
        <p:nvPicPr>
          <p:cNvPr id="9" name="Picture 8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03504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0" y="1280160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737360"/>
            <a:ext cx="47548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PEFA-XS reaches FT-ERM-level R@100 with only ~10% of pairs sampled from Y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Index size of PEFA-XS does NOT grow with more supervised data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PEFA-XL achieves large gains even with just 5% of Y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Sampling ratios tested: {0.05, 0.10, 0.25, 0.50, 0.75, 0.95}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434840"/>
            <a:ext cx="109728" cy="18288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42048" y="4434840"/>
            <a:ext cx="4645152" cy="1828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4507992"/>
            <a:ext cx="4434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0504D"/>
                </a:solidFill>
                <a:latin typeface="Calibri"/>
              </a:rPr>
              <a:t>Cost trade-off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4892040"/>
            <a:ext cx="443484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PEFA-XL index is ~1.4× larger than FT-ERM/PEFA-XS even at 5% sampling. Latency stays ~2× of FT-ERM across all dataset sizes. Practitioner picks Recall gain vs. infra cost.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8 · Related Work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Where PEFA sits in the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5321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64592" cy="2331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166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kNN-LM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5166360" cy="1783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kNN component over vocabulary in language modeling. PEFA-XL is similar in spirit but operates on both passage AND query spaces; the latter is large and requires ANN, unlike a small vocab.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55321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164592" cy="23317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166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C0504D"/>
                </a:solidFill>
                <a:latin typeface="Calibri"/>
              </a:rPr>
              <a:t>PIFA (XMC)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20"/>
            <a:ext cx="5166360" cy="1783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Positive Instance Feature Aggregation aggregates sparse tfidf features for clustering. PEFA-XS interpolates dense aggregated embeddings with the original passage embedding and indexes the result.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5321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4E7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64592" cy="2331720"/>
          </a:xfrm>
          <a:prstGeom prst="rect">
            <a:avLst/>
          </a:prstGeom>
          <a:solidFill>
            <a:srgbClr val="4E7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5166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E7B3A"/>
                </a:solidFill>
                <a:latin typeface="Calibri"/>
              </a:rPr>
              <a:t>Parameter-efficient 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5166360" cy="1783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Adapter / LoRA / prefix-tuning still need gradients and underperform on retrieval (Tam et al.). PEFA needs no gradient → applies to black-box LLM encoders; orthogonal to PEFT.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840480"/>
            <a:ext cx="55321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840480"/>
            <a:ext cx="164592" cy="233172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31920"/>
            <a:ext cx="5166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D9822B"/>
                </a:solidFill>
                <a:latin typeface="Calibri"/>
              </a:rPr>
              <a:t>Ethical aspects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43400"/>
            <a:ext cx="5166360" cy="1783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Interpretability: kNN reveals which training queries drove a retrieval result.  Privacy: yearly-aggregated, anonymized search logs — no single-session traceability.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Conclusion  &amp;  My 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Summary, strengths,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Paper 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6692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Parameter-free, gradient-free adapter framework for ERMs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PEFA-XS: zero deployment overhead, modest gain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PEFA-XL: bigger gain at ~2× latency and ~3.6× index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Works on both pre-trained and fine-tuned ERMs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NQ-320K: MPNet + PEFA-XL = 88.72 R@10 → new SoTA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•  </a:t>
            </a:r>
            <a:r>
              <a:rPr sz="1300">
                <a:solidFill>
                  <a:srgbClr val="222222"/>
                </a:solidFill>
                <a:latin typeface="Calibri"/>
              </a:rPr>
              <a:t>ProdSearch-30M: +5.3% / +14.5% R@100 over FT-ERM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394960" cy="5029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C0504D"/>
                </a:solidFill>
                <a:latin typeface="Calibri"/>
              </a:rPr>
              <a:t>My critical 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512064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Strength · Reframes adaptation as ANN engineering — leverages mature CPU infra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Strength · Inherently more interpretable than monolithic ERMs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Limit · PEFA-XL needs label-side data Y at query time → not zero-shot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Limit · Storage of Q + Y can dominate for very sparse Y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•  </a:t>
            </a:r>
            <a:r>
              <a:rPr sz="1200">
                <a:solidFill>
                  <a:srgbClr val="222222"/>
                </a:solidFill>
                <a:latin typeface="Calibri"/>
              </a:rPr>
              <a:t>Open · Combination with re-ranking; query-side augmentation; streaming Y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PEFA · WSDM '24 · Paper Reading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